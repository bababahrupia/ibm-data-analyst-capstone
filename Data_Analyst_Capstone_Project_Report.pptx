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Analyst Capstone Project Report</a:t>
            </a:r>
          </a:p>
          <a:p>
            <a:r>
              <a:t>Stack Overflow Survey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Analyzed global developer survey data</a:t>
            </a:r>
          </a:p>
          <a:p>
            <a:r>
              <a:t>• Built Cognos dashboards for technology trends</a:t>
            </a:r>
          </a:p>
          <a:p>
            <a:r>
              <a:t>• Identified current vs future skills demand</a:t>
            </a:r>
          </a:p>
          <a:p>
            <a:r>
              <a:t>• Explored demographic patterns</a:t>
            </a:r>
          </a:p>
          <a:p>
            <a:r>
              <a:t>• Derived actionable insights for career planning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Objective: Understand technology ecosystem</a:t>
            </a:r>
          </a:p>
          <a:p>
            <a:r>
              <a:t>• Dataset: Stack Overflow Developer Survey</a:t>
            </a:r>
          </a:p>
          <a:p>
            <a:r>
              <a:t>• Focus: Languages, Databases, Platforms, Web Frameworks</a:t>
            </a:r>
          </a:p>
          <a:p>
            <a:r>
              <a:t>• Tool: IBM Cognos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cleaning and normalization</a:t>
            </a:r>
          </a:p>
          <a:p>
            <a:r>
              <a:t>• Splitting multi-value fields</a:t>
            </a:r>
          </a:p>
          <a:p>
            <a:r>
              <a:t>• Distinct respondent counting</a:t>
            </a:r>
          </a:p>
          <a:p>
            <a:r>
              <a:t>• Top‑10 filtering</a:t>
            </a:r>
          </a:p>
          <a:p>
            <a:r>
              <a:t>• Visualization in Cognos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– Programming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Trends:</a:t>
            </a:r>
          </a:p>
          <a:p>
            <a:r>
              <a:t>• JavaScript, Python, SQL dominate</a:t>
            </a:r>
          </a:p>
          <a:p>
            <a:r>
              <a:t>• Strong enterprise presence of Java &amp; C#</a:t>
            </a:r>
          </a:p>
          <a:p/>
          <a:p>
            <a:r>
              <a:t>Future Trends:</a:t>
            </a:r>
          </a:p>
          <a:p>
            <a:r>
              <a:t>• Growing interest in TypeScript, Go, Rust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Current:</a:t>
            </a:r>
          </a:p>
          <a:p>
            <a:r>
              <a:t>• PostgreSQL &amp; MySQL most used</a:t>
            </a:r>
          </a:p>
          <a:p>
            <a:r>
              <a:t>• Rising MongoDB adoption</a:t>
            </a:r>
          </a:p>
          <a:p/>
          <a:p>
            <a:r>
              <a:t>Future:</a:t>
            </a:r>
          </a:p>
          <a:p>
            <a:r>
              <a:t>• Cloud databases gaining traction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Tab1: Current Technology Usage</a:t>
            </a:r>
          </a:p>
          <a:p>
            <a:r>
              <a:t>• Tab2: Future Technology Trend</a:t>
            </a:r>
          </a:p>
          <a:p>
            <a:r>
              <a:t>• Tab3: Demographics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Shift toward modern typed languages</a:t>
            </a:r>
          </a:p>
          <a:p>
            <a:r>
              <a:t>• Cloud &amp; open-source DB growth</a:t>
            </a:r>
          </a:p>
          <a:p>
            <a:r>
              <a:t>• Full‑stack web dominance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JavaScript ecosystem remains core</a:t>
            </a:r>
          </a:p>
          <a:p>
            <a:r>
              <a:t>• Python expanding beyond data science</a:t>
            </a:r>
          </a:p>
          <a:p>
            <a:r>
              <a:t>• PostgreSQL becoming default choice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Upskilling in TypeScript/Go valuable</a:t>
            </a:r>
          </a:p>
          <a:p>
            <a:r>
              <a:t>• Cloud platforms critical</a:t>
            </a:r>
          </a:p>
          <a:p>
            <a:r>
              <a:t>• Web frameworks continue leading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Data-driven technology roadmap</a:t>
            </a:r>
          </a:p>
          <a:p>
            <a:r>
              <a:t>• Clear future skill directions</a:t>
            </a:r>
          </a:p>
          <a:p>
            <a:r>
              <a:t>• Cognos effective for analytics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Additional charts and tables attached separately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Job Postings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Bar chart of job-postings.xlsx – descending order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Popular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Bar chart of popular-languages.csv – by salary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